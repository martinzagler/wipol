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5"/>
  </p:notesMasterIdLst>
  <p:handoutMasterIdLst>
    <p:handoutMasterId r:id="rId16"/>
  </p:handoutMasterIdLst>
  <p:sldIdLst>
    <p:sldId id="402" r:id="rId2"/>
    <p:sldId id="508" r:id="rId3"/>
    <p:sldId id="509" r:id="rId4"/>
    <p:sldId id="510" r:id="rId5"/>
    <p:sldId id="511" r:id="rId6"/>
    <p:sldId id="512" r:id="rId7"/>
    <p:sldId id="513" r:id="rId8"/>
    <p:sldId id="514" r:id="rId9"/>
    <p:sldId id="515" r:id="rId10"/>
    <p:sldId id="516" r:id="rId11"/>
    <p:sldId id="517" r:id="rId12"/>
    <p:sldId id="406" r:id="rId13"/>
    <p:sldId id="435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F69093-FC96-4B1F-C826-299BD6692B5C}" name="Zagler, Martin" initials="MZ" userId="S::martin.zagler@wu.ac.at::e2c56a61-021d-414e-9a55-d5b903dcbe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6" autoAdjust="0"/>
    <p:restoredTop sz="94627"/>
  </p:normalViewPr>
  <p:slideViewPr>
    <p:cSldViewPr snapToGrid="0" snapToObjects="1">
      <p:cViewPr varScale="1">
        <p:scale>
          <a:sx n="116" d="100"/>
          <a:sy n="116" d="100"/>
        </p:scale>
        <p:origin x="9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Zagler" userId="b8df48c8-7a6f-4253-beaa-a5a02814aa46" providerId="ADAL" clId="{84115472-3DAF-4AF5-AD33-CDC38226E1A0}"/>
    <pc:docChg chg="undo custSel addSld delSld modSld">
      <pc:chgData name="Martin Zagler" userId="b8df48c8-7a6f-4253-beaa-a5a02814aa46" providerId="ADAL" clId="{84115472-3DAF-4AF5-AD33-CDC38226E1A0}" dt="2025-11-29T08:30:33.968" v="2249" actId="20577"/>
      <pc:docMkLst>
        <pc:docMk/>
      </pc:docMkLst>
      <pc:sldChg chg="modSp mod">
        <pc:chgData name="Martin Zagler" userId="b8df48c8-7a6f-4253-beaa-a5a02814aa46" providerId="ADAL" clId="{84115472-3DAF-4AF5-AD33-CDC38226E1A0}" dt="2025-11-29T07:20:01.929" v="30" actId="20577"/>
        <pc:sldMkLst>
          <pc:docMk/>
          <pc:sldMk cId="166988481" sldId="402"/>
        </pc:sldMkLst>
        <pc:spChg chg="mod">
          <ac:chgData name="Martin Zagler" userId="b8df48c8-7a6f-4253-beaa-a5a02814aa46" providerId="ADAL" clId="{84115472-3DAF-4AF5-AD33-CDC38226E1A0}" dt="2025-11-29T07:19:16.812" v="12" actId="20577"/>
          <ac:spMkLst>
            <pc:docMk/>
            <pc:sldMk cId="166988481" sldId="402"/>
            <ac:spMk id="2" creationId="{00000000-0000-0000-0000-000000000000}"/>
          </ac:spMkLst>
        </pc:spChg>
        <pc:spChg chg="mod">
          <ac:chgData name="Martin Zagler" userId="b8df48c8-7a6f-4253-beaa-a5a02814aa46" providerId="ADAL" clId="{84115472-3DAF-4AF5-AD33-CDC38226E1A0}" dt="2025-11-29T07:20:01.929" v="30" actId="20577"/>
          <ac:spMkLst>
            <pc:docMk/>
            <pc:sldMk cId="166988481" sldId="402"/>
            <ac:spMk id="3" creationId="{00000000-0000-0000-0000-000000000000}"/>
          </ac:spMkLst>
        </pc:spChg>
      </pc:sldChg>
      <pc:sldChg chg="modSp mod">
        <pc:chgData name="Martin Zagler" userId="b8df48c8-7a6f-4253-beaa-a5a02814aa46" providerId="ADAL" clId="{84115472-3DAF-4AF5-AD33-CDC38226E1A0}" dt="2025-11-29T08:30:33.968" v="2249" actId="20577"/>
        <pc:sldMkLst>
          <pc:docMk/>
          <pc:sldMk cId="1614133703" sldId="406"/>
        </pc:sldMkLst>
        <pc:spChg chg="mod">
          <ac:chgData name="Martin Zagler" userId="b8df48c8-7a6f-4253-beaa-a5a02814aa46" providerId="ADAL" clId="{84115472-3DAF-4AF5-AD33-CDC38226E1A0}" dt="2025-11-29T08:21:57.982" v="1832" actId="20577"/>
          <ac:spMkLst>
            <pc:docMk/>
            <pc:sldMk cId="1614133703" sldId="406"/>
            <ac:spMk id="2" creationId="{00000000-0000-0000-0000-000000000000}"/>
          </ac:spMkLst>
        </pc:spChg>
        <pc:spChg chg="mod">
          <ac:chgData name="Martin Zagler" userId="b8df48c8-7a6f-4253-beaa-a5a02814aa46" providerId="ADAL" clId="{84115472-3DAF-4AF5-AD33-CDC38226E1A0}" dt="2025-11-29T08:30:33.968" v="2249" actId="20577"/>
          <ac:spMkLst>
            <pc:docMk/>
            <pc:sldMk cId="1614133703" sldId="406"/>
            <ac:spMk id="3" creationId="{00000000-0000-0000-0000-000000000000}"/>
          </ac:spMkLst>
        </pc:spChg>
      </pc:sldChg>
      <pc:sldChg chg="modSp mod">
        <pc:chgData name="Martin Zagler" userId="b8df48c8-7a6f-4253-beaa-a5a02814aa46" providerId="ADAL" clId="{84115472-3DAF-4AF5-AD33-CDC38226E1A0}" dt="2025-11-29T08:21:50.437" v="1824" actId="113"/>
        <pc:sldMkLst>
          <pc:docMk/>
          <pc:sldMk cId="294473802" sldId="435"/>
        </pc:sldMkLst>
        <pc:spChg chg="mod">
          <ac:chgData name="Martin Zagler" userId="b8df48c8-7a6f-4253-beaa-a5a02814aa46" providerId="ADAL" clId="{84115472-3DAF-4AF5-AD33-CDC38226E1A0}" dt="2025-11-29T08:21:50.437" v="1824" actId="113"/>
          <ac:spMkLst>
            <pc:docMk/>
            <pc:sldMk cId="294473802" sldId="435"/>
            <ac:spMk id="3" creationId="{00000000-0000-0000-0000-000000000000}"/>
          </ac:spMkLst>
        </pc:spChg>
      </pc:sldChg>
      <pc:sldChg chg="modSp add mod">
        <pc:chgData name="Martin Zagler" userId="b8df48c8-7a6f-4253-beaa-a5a02814aa46" providerId="ADAL" clId="{84115472-3DAF-4AF5-AD33-CDC38226E1A0}" dt="2025-11-29T07:25:17.386" v="110" actId="20577"/>
        <pc:sldMkLst>
          <pc:docMk/>
          <pc:sldMk cId="2600179248" sldId="508"/>
        </pc:sldMkLst>
        <pc:spChg chg="mod">
          <ac:chgData name="Martin Zagler" userId="b8df48c8-7a6f-4253-beaa-a5a02814aa46" providerId="ADAL" clId="{84115472-3DAF-4AF5-AD33-CDC38226E1A0}" dt="2025-11-29T07:25:17.386" v="110" actId="20577"/>
          <ac:spMkLst>
            <pc:docMk/>
            <pc:sldMk cId="2600179248" sldId="508"/>
            <ac:spMk id="2" creationId="{2EC62ABA-5F59-AB3F-09D1-06CD69517283}"/>
          </ac:spMkLst>
        </pc:spChg>
        <pc:spChg chg="mod">
          <ac:chgData name="Martin Zagler" userId="b8df48c8-7a6f-4253-beaa-a5a02814aa46" providerId="ADAL" clId="{84115472-3DAF-4AF5-AD33-CDC38226E1A0}" dt="2025-11-29T07:21:25.254" v="42" actId="20577"/>
          <ac:spMkLst>
            <pc:docMk/>
            <pc:sldMk cId="2600179248" sldId="508"/>
            <ac:spMk id="7" creationId="{8ED05801-1DA8-CC31-CF4F-C728D4E99DBC}"/>
          </ac:spMkLst>
        </pc:spChg>
      </pc:sldChg>
      <pc:sldChg chg="modSp add mod">
        <pc:chgData name="Martin Zagler" userId="b8df48c8-7a6f-4253-beaa-a5a02814aa46" providerId="ADAL" clId="{84115472-3DAF-4AF5-AD33-CDC38226E1A0}" dt="2025-11-29T07:25:25.134" v="112"/>
        <pc:sldMkLst>
          <pc:docMk/>
          <pc:sldMk cId="891340212" sldId="509"/>
        </pc:sldMkLst>
        <pc:spChg chg="mod">
          <ac:chgData name="Martin Zagler" userId="b8df48c8-7a6f-4253-beaa-a5a02814aa46" providerId="ADAL" clId="{84115472-3DAF-4AF5-AD33-CDC38226E1A0}" dt="2025-11-29T07:25:25.134" v="112"/>
          <ac:spMkLst>
            <pc:docMk/>
            <pc:sldMk cId="891340212" sldId="509"/>
            <ac:spMk id="2" creationId="{D0FE626F-6B39-558B-79B2-07D593A7353C}"/>
          </ac:spMkLst>
        </pc:spChg>
        <pc:spChg chg="mod">
          <ac:chgData name="Martin Zagler" userId="b8df48c8-7a6f-4253-beaa-a5a02814aa46" providerId="ADAL" clId="{84115472-3DAF-4AF5-AD33-CDC38226E1A0}" dt="2025-11-29T07:25:23.263" v="111" actId="21"/>
          <ac:spMkLst>
            <pc:docMk/>
            <pc:sldMk cId="891340212" sldId="509"/>
            <ac:spMk id="3" creationId="{009BB12D-D983-6363-E380-638D8FD32C5A}"/>
          </ac:spMkLst>
        </pc:spChg>
      </pc:sldChg>
      <pc:sldChg chg="modSp add mod">
        <pc:chgData name="Martin Zagler" userId="b8df48c8-7a6f-4253-beaa-a5a02814aa46" providerId="ADAL" clId="{84115472-3DAF-4AF5-AD33-CDC38226E1A0}" dt="2025-11-29T07:33:09.857" v="315" actId="20577"/>
        <pc:sldMkLst>
          <pc:docMk/>
          <pc:sldMk cId="1166884434" sldId="510"/>
        </pc:sldMkLst>
        <pc:spChg chg="mod">
          <ac:chgData name="Martin Zagler" userId="b8df48c8-7a6f-4253-beaa-a5a02814aa46" providerId="ADAL" clId="{84115472-3DAF-4AF5-AD33-CDC38226E1A0}" dt="2025-11-29T07:25:48.925" v="135" actId="20577"/>
          <ac:spMkLst>
            <pc:docMk/>
            <pc:sldMk cId="1166884434" sldId="510"/>
            <ac:spMk id="2" creationId="{3FB15098-DF52-7853-E681-F2B7054820D7}"/>
          </ac:spMkLst>
        </pc:spChg>
        <pc:spChg chg="mod">
          <ac:chgData name="Martin Zagler" userId="b8df48c8-7a6f-4253-beaa-a5a02814aa46" providerId="ADAL" clId="{84115472-3DAF-4AF5-AD33-CDC38226E1A0}" dt="2025-11-29T07:33:09.857" v="315" actId="20577"/>
          <ac:spMkLst>
            <pc:docMk/>
            <pc:sldMk cId="1166884434" sldId="510"/>
            <ac:spMk id="3" creationId="{0CBCF9CD-3E2C-3E91-243C-1F428EB2DCD9}"/>
          </ac:spMkLst>
        </pc:spChg>
      </pc:sldChg>
      <pc:sldChg chg="modSp add mod">
        <pc:chgData name="Martin Zagler" userId="b8df48c8-7a6f-4253-beaa-a5a02814aa46" providerId="ADAL" clId="{84115472-3DAF-4AF5-AD33-CDC38226E1A0}" dt="2025-11-29T07:35:41.172" v="390" actId="20577"/>
        <pc:sldMkLst>
          <pc:docMk/>
          <pc:sldMk cId="3708684161" sldId="511"/>
        </pc:sldMkLst>
        <pc:spChg chg="mod">
          <ac:chgData name="Martin Zagler" userId="b8df48c8-7a6f-4253-beaa-a5a02814aa46" providerId="ADAL" clId="{84115472-3DAF-4AF5-AD33-CDC38226E1A0}" dt="2025-11-29T07:33:37.575" v="323" actId="20577"/>
          <ac:spMkLst>
            <pc:docMk/>
            <pc:sldMk cId="3708684161" sldId="511"/>
            <ac:spMk id="2" creationId="{82D524D7-19A1-68B2-06A1-771446FFDB22}"/>
          </ac:spMkLst>
        </pc:spChg>
        <pc:spChg chg="mod">
          <ac:chgData name="Martin Zagler" userId="b8df48c8-7a6f-4253-beaa-a5a02814aa46" providerId="ADAL" clId="{84115472-3DAF-4AF5-AD33-CDC38226E1A0}" dt="2025-11-29T07:35:41.172" v="390" actId="20577"/>
          <ac:spMkLst>
            <pc:docMk/>
            <pc:sldMk cId="3708684161" sldId="511"/>
            <ac:spMk id="3" creationId="{107CAEE2-283E-657F-B3A6-F8664AC48DC1}"/>
          </ac:spMkLst>
        </pc:spChg>
      </pc:sldChg>
      <pc:sldChg chg="addSp modSp add mod">
        <pc:chgData name="Martin Zagler" userId="b8df48c8-7a6f-4253-beaa-a5a02814aa46" providerId="ADAL" clId="{84115472-3DAF-4AF5-AD33-CDC38226E1A0}" dt="2025-11-29T07:36:42.697" v="402" actId="27636"/>
        <pc:sldMkLst>
          <pc:docMk/>
          <pc:sldMk cId="1311417383" sldId="512"/>
        </pc:sldMkLst>
        <pc:spChg chg="mod">
          <ac:chgData name="Martin Zagler" userId="b8df48c8-7a6f-4253-beaa-a5a02814aa46" providerId="ADAL" clId="{84115472-3DAF-4AF5-AD33-CDC38226E1A0}" dt="2025-11-29T07:36:42.697" v="402" actId="27636"/>
          <ac:spMkLst>
            <pc:docMk/>
            <pc:sldMk cId="1311417383" sldId="512"/>
            <ac:spMk id="2" creationId="{487FEC26-44C6-702D-ABBA-E04345899EDA}"/>
          </ac:spMkLst>
        </pc:spChg>
        <pc:picChg chg="add mod">
          <ac:chgData name="Martin Zagler" userId="b8df48c8-7a6f-4253-beaa-a5a02814aa46" providerId="ADAL" clId="{84115472-3DAF-4AF5-AD33-CDC38226E1A0}" dt="2025-11-29T07:36:31.222" v="398" actId="27614"/>
          <ac:picMkLst>
            <pc:docMk/>
            <pc:sldMk cId="1311417383" sldId="512"/>
            <ac:picMk id="4" creationId="{AE0A0276-8E65-0334-DDEA-0C5057AC4D87}"/>
          </ac:picMkLst>
        </pc:picChg>
      </pc:sldChg>
      <pc:sldChg chg="addSp modSp add mod">
        <pc:chgData name="Martin Zagler" userId="b8df48c8-7a6f-4253-beaa-a5a02814aa46" providerId="ADAL" clId="{84115472-3DAF-4AF5-AD33-CDC38226E1A0}" dt="2025-11-29T07:41:06.568" v="449" actId="20577"/>
        <pc:sldMkLst>
          <pc:docMk/>
          <pc:sldMk cId="136051393" sldId="513"/>
        </pc:sldMkLst>
        <pc:spChg chg="mod">
          <ac:chgData name="Martin Zagler" userId="b8df48c8-7a6f-4253-beaa-a5a02814aa46" providerId="ADAL" clId="{84115472-3DAF-4AF5-AD33-CDC38226E1A0}" dt="2025-11-29T07:41:06.568" v="449" actId="20577"/>
          <ac:spMkLst>
            <pc:docMk/>
            <pc:sldMk cId="136051393" sldId="513"/>
            <ac:spMk id="2" creationId="{FFAFD023-EB54-9236-79F6-78904AE04C4B}"/>
          </ac:spMkLst>
        </pc:spChg>
        <pc:picChg chg="add mod">
          <ac:chgData name="Martin Zagler" userId="b8df48c8-7a6f-4253-beaa-a5a02814aa46" providerId="ADAL" clId="{84115472-3DAF-4AF5-AD33-CDC38226E1A0}" dt="2025-11-29T07:39:08.112" v="425" actId="26606"/>
          <ac:picMkLst>
            <pc:docMk/>
            <pc:sldMk cId="136051393" sldId="513"/>
            <ac:picMk id="4" creationId="{28D3AE82-8939-D991-3E83-7A632F29FA08}"/>
          </ac:picMkLst>
        </pc:picChg>
      </pc:sldChg>
      <pc:sldChg chg="addSp delSp modSp add mod">
        <pc:chgData name="Martin Zagler" userId="b8df48c8-7a6f-4253-beaa-a5a02814aa46" providerId="ADAL" clId="{84115472-3DAF-4AF5-AD33-CDC38226E1A0}" dt="2025-11-29T07:41:21.601" v="455" actId="26606"/>
        <pc:sldMkLst>
          <pc:docMk/>
          <pc:sldMk cId="3505085930" sldId="514"/>
        </pc:sldMkLst>
        <pc:spChg chg="mod">
          <ac:chgData name="Martin Zagler" userId="b8df48c8-7a6f-4253-beaa-a5a02814aa46" providerId="ADAL" clId="{84115472-3DAF-4AF5-AD33-CDC38226E1A0}" dt="2025-11-29T07:40:54.589" v="437" actId="20577"/>
          <ac:spMkLst>
            <pc:docMk/>
            <pc:sldMk cId="3505085930" sldId="514"/>
            <ac:spMk id="2" creationId="{0236EDEA-EDAD-225B-D76F-AEACD2CF9844}"/>
          </ac:spMkLst>
        </pc:spChg>
        <pc:picChg chg="add mod">
          <ac:chgData name="Martin Zagler" userId="b8df48c8-7a6f-4253-beaa-a5a02814aa46" providerId="ADAL" clId="{84115472-3DAF-4AF5-AD33-CDC38226E1A0}" dt="2025-11-29T07:41:21.601" v="455" actId="26606"/>
          <ac:picMkLst>
            <pc:docMk/>
            <pc:sldMk cId="3505085930" sldId="514"/>
            <ac:picMk id="5" creationId="{E0CB3388-6AA5-E560-EAE1-5FECD4D0DED3}"/>
          </ac:picMkLst>
        </pc:picChg>
      </pc:sldChg>
      <pc:sldChg chg="addSp delSp modSp add mod">
        <pc:chgData name="Martin Zagler" userId="b8df48c8-7a6f-4253-beaa-a5a02814aa46" providerId="ADAL" clId="{84115472-3DAF-4AF5-AD33-CDC38226E1A0}" dt="2025-11-29T07:59:33.264" v="648" actId="20577"/>
        <pc:sldMkLst>
          <pc:docMk/>
          <pc:sldMk cId="1546123304" sldId="515"/>
        </pc:sldMkLst>
        <pc:spChg chg="mod">
          <ac:chgData name="Martin Zagler" userId="b8df48c8-7a6f-4253-beaa-a5a02814aa46" providerId="ADAL" clId="{84115472-3DAF-4AF5-AD33-CDC38226E1A0}" dt="2025-11-29T07:52:58.100" v="474" actId="20577"/>
          <ac:spMkLst>
            <pc:docMk/>
            <pc:sldMk cId="1546123304" sldId="515"/>
            <ac:spMk id="2" creationId="{3AE131B2-703C-0B98-B7BF-E56352D796DD}"/>
          </ac:spMkLst>
        </pc:spChg>
        <pc:spChg chg="add mod">
          <ac:chgData name="Martin Zagler" userId="b8df48c8-7a6f-4253-beaa-a5a02814aa46" providerId="ADAL" clId="{84115472-3DAF-4AF5-AD33-CDC38226E1A0}" dt="2025-11-29T07:59:33.264" v="648" actId="20577"/>
          <ac:spMkLst>
            <pc:docMk/>
            <pc:sldMk cId="1546123304" sldId="515"/>
            <ac:spMk id="6" creationId="{3C83001E-F73B-8B78-3582-F27237997D67}"/>
          </ac:spMkLst>
        </pc:spChg>
        <pc:picChg chg="add mod">
          <ac:chgData name="Martin Zagler" userId="b8df48c8-7a6f-4253-beaa-a5a02814aa46" providerId="ADAL" clId="{84115472-3DAF-4AF5-AD33-CDC38226E1A0}" dt="2025-11-29T07:53:09.756" v="478" actId="26606"/>
          <ac:picMkLst>
            <pc:docMk/>
            <pc:sldMk cId="1546123304" sldId="515"/>
            <ac:picMk id="4" creationId="{72A976FE-2C30-B29E-B347-D43913E844C3}"/>
          </ac:picMkLst>
        </pc:picChg>
      </pc:sldChg>
      <pc:sldChg chg="addSp delSp modSp add mod">
        <pc:chgData name="Martin Zagler" userId="b8df48c8-7a6f-4253-beaa-a5a02814aa46" providerId="ADAL" clId="{84115472-3DAF-4AF5-AD33-CDC38226E1A0}" dt="2025-11-29T08:12:11.417" v="1353" actId="20577"/>
        <pc:sldMkLst>
          <pc:docMk/>
          <pc:sldMk cId="25443286" sldId="516"/>
        </pc:sldMkLst>
        <pc:spChg chg="mod">
          <ac:chgData name="Martin Zagler" userId="b8df48c8-7a6f-4253-beaa-a5a02814aa46" providerId="ADAL" clId="{84115472-3DAF-4AF5-AD33-CDC38226E1A0}" dt="2025-11-29T08:00:21.374" v="676" actId="20577"/>
          <ac:spMkLst>
            <pc:docMk/>
            <pc:sldMk cId="25443286" sldId="516"/>
            <ac:spMk id="2" creationId="{EAD4EECD-6A39-0BA8-0F88-7DD482F99153}"/>
          </ac:spMkLst>
        </pc:spChg>
        <pc:spChg chg="mod">
          <ac:chgData name="Martin Zagler" userId="b8df48c8-7a6f-4253-beaa-a5a02814aa46" providerId="ADAL" clId="{84115472-3DAF-4AF5-AD33-CDC38226E1A0}" dt="2025-11-29T08:12:11.417" v="1353" actId="20577"/>
          <ac:spMkLst>
            <pc:docMk/>
            <pc:sldMk cId="25443286" sldId="516"/>
            <ac:spMk id="3" creationId="{7EDBC251-C27A-2A2B-295C-7884577D6E61}"/>
          </ac:spMkLst>
        </pc:spChg>
      </pc:sldChg>
      <pc:sldChg chg="modSp add mod">
        <pc:chgData name="Martin Zagler" userId="b8df48c8-7a6f-4253-beaa-a5a02814aa46" providerId="ADAL" clId="{84115472-3DAF-4AF5-AD33-CDC38226E1A0}" dt="2025-11-29T08:20:20.108" v="1818" actId="20577"/>
        <pc:sldMkLst>
          <pc:docMk/>
          <pc:sldMk cId="2148770563" sldId="517"/>
        </pc:sldMkLst>
        <pc:spChg chg="mod">
          <ac:chgData name="Martin Zagler" userId="b8df48c8-7a6f-4253-beaa-a5a02814aa46" providerId="ADAL" clId="{84115472-3DAF-4AF5-AD33-CDC38226E1A0}" dt="2025-11-29T08:12:41.804" v="1361" actId="20577"/>
          <ac:spMkLst>
            <pc:docMk/>
            <pc:sldMk cId="2148770563" sldId="517"/>
            <ac:spMk id="2" creationId="{5324E3F7-EDC7-04C8-66E7-EF39B74D74CA}"/>
          </ac:spMkLst>
        </pc:spChg>
        <pc:spChg chg="mod">
          <ac:chgData name="Martin Zagler" userId="b8df48c8-7a6f-4253-beaa-a5a02814aa46" providerId="ADAL" clId="{84115472-3DAF-4AF5-AD33-CDC38226E1A0}" dt="2025-11-29T08:20:20.108" v="1818" actId="20577"/>
          <ac:spMkLst>
            <pc:docMk/>
            <pc:sldMk cId="2148770563" sldId="517"/>
            <ac:spMk id="3" creationId="{42A9CF9C-1F03-9208-37E8-0F65FF555ACF}"/>
          </ac:spMkLst>
        </pc:spChg>
      </pc:sldChg>
    </pc:docChg>
  </pc:docChgLst>
  <pc:docChgLst>
    <pc:chgData name="Martin Zagler" userId="b8df48c8-7a6f-4253-beaa-a5a02814aa46" providerId="ADAL" clId="{24A7CB53-EA5E-4145-A803-DE74CA235E06}"/>
    <pc:docChg chg="modSld">
      <pc:chgData name="Martin Zagler" userId="b8df48c8-7a6f-4253-beaa-a5a02814aa46" providerId="ADAL" clId="{24A7CB53-EA5E-4145-A803-DE74CA235E06}" dt="2025-12-10T12:16:26.673" v="1" actId="20577"/>
      <pc:docMkLst>
        <pc:docMk/>
      </pc:docMkLst>
      <pc:sldChg chg="modSp mod">
        <pc:chgData name="Martin Zagler" userId="b8df48c8-7a6f-4253-beaa-a5a02814aa46" providerId="ADAL" clId="{24A7CB53-EA5E-4145-A803-DE74CA235E06}" dt="2025-12-10T12:16:26.673" v="1" actId="20577"/>
        <pc:sldMkLst>
          <pc:docMk/>
          <pc:sldMk cId="25443286" sldId="516"/>
        </pc:sldMkLst>
        <pc:spChg chg="mod">
          <ac:chgData name="Martin Zagler" userId="b8df48c8-7a6f-4253-beaa-a5a02814aa46" providerId="ADAL" clId="{24A7CB53-EA5E-4145-A803-DE74CA235E06}" dt="2025-12-10T12:16:26.673" v="1" actId="20577"/>
          <ac:spMkLst>
            <pc:docMk/>
            <pc:sldMk cId="25443286" sldId="516"/>
            <ac:spMk id="3" creationId="{7EDBC251-C27A-2A2B-295C-7884577D6E6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C605-F623-9248-8614-488C6C0BC05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6A095-FC30-C34A-A433-DF2F8B54495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71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AE9-7988-B949-AC6A-C9E3A484A45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E8BFC-7043-644E-AB44-F7E1B889F31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84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9906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1" name="Oval 5"/>
          <p:cNvSpPr/>
          <p:nvPr/>
        </p:nvSpPr>
        <p:spPr>
          <a:xfrm>
            <a:off x="-1" y="1"/>
            <a:ext cx="9906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475" y="4960137"/>
            <a:ext cx="6315075" cy="1463040"/>
          </a:xfrm>
          <a:noFill/>
        </p:spPr>
        <p:txBody>
          <a:bodyPr anchor="ctr">
            <a:normAutofit/>
          </a:bodyPr>
          <a:lstStyle>
            <a:lvl1pPr algn="r">
              <a:defRPr sz="3600" b="0" spc="16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96113" y="4960137"/>
            <a:ext cx="2600325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71475" indent="0" algn="ctr">
              <a:buNone/>
              <a:defRPr sz="1463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463"/>
            </a:lvl4pPr>
            <a:lvl5pPr marL="1485900" indent="0" algn="ctr">
              <a:buNone/>
              <a:defRPr sz="1463"/>
            </a:lvl5pPr>
            <a:lvl6pPr marL="1857375" indent="0" algn="ctr">
              <a:buNone/>
              <a:defRPr sz="1463"/>
            </a:lvl6pPr>
            <a:lvl7pPr marL="2228850" indent="0" algn="ctr">
              <a:buNone/>
              <a:defRPr sz="1463"/>
            </a:lvl7pPr>
            <a:lvl8pPr marL="2600325" indent="0" algn="ctr">
              <a:buNone/>
              <a:defRPr sz="1463"/>
            </a:lvl8pPr>
            <a:lvl9pPr marL="2971800" indent="0" algn="ctr">
              <a:buNone/>
              <a:defRPr sz="1463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14310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36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1299" y="1027417"/>
            <a:ext cx="9501871" cy="5508850"/>
          </a:xfr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 sz="24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60363" indent="-25717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0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38353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57225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2">
                    <a:lumMod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631508" indent="-111443">
              <a:buFont typeface="Wingdings" panose="05000000000000000000" pitchFamily="2" charset="2"/>
              <a:buChar char="§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A8152E3-B34A-9DBD-C9FF-A1266E31A0D4}"/>
              </a:ext>
            </a:extLst>
          </p:cNvPr>
          <p:cNvSpPr txBox="1">
            <a:spLocks/>
          </p:cNvSpPr>
          <p:nvPr userDrawn="1"/>
        </p:nvSpPr>
        <p:spPr>
          <a:xfrm>
            <a:off x="9323394" y="0"/>
            <a:ext cx="571976" cy="8116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b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pPr algn="ctr"/>
              <a:t>‹Nr.›</a:t>
            </a:fld>
            <a:br>
              <a:rPr 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1400" b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XX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BD9485D-D026-A5CE-DC8B-FA2182F36DAA}"/>
              </a:ext>
            </a:extLst>
          </p:cNvPr>
          <p:cNvCxnSpPr/>
          <p:nvPr userDrawn="1"/>
        </p:nvCxnSpPr>
        <p:spPr>
          <a:xfrm>
            <a:off x="9481803" y="406480"/>
            <a:ext cx="25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pattFill prst="pct90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5" y="585216"/>
            <a:ext cx="4975522" cy="1499616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2103" y="2468428"/>
            <a:ext cx="3863340" cy="4056549"/>
          </a:xfrm>
          <a:solidFill>
            <a:schemeClr val="bg1"/>
          </a:solidFill>
        </p:spPr>
        <p:txBody>
          <a:bodyPr/>
          <a:lstStyle>
            <a:lvl1pPr>
              <a:defRPr sz="1800">
                <a:latin typeface="Calibri" charset="0"/>
                <a:ea typeface="Calibri" charset="0"/>
                <a:cs typeface="Calibri" charset="0"/>
              </a:defRPr>
            </a:lvl1pPr>
            <a:lvl2pPr>
              <a:defRPr sz="1600">
                <a:latin typeface="Calibri" charset="0"/>
                <a:ea typeface="Calibri" charset="0"/>
                <a:cs typeface="Calibri" charset="0"/>
              </a:defRPr>
            </a:lvl2pPr>
            <a:lvl3pPr>
              <a:defRPr sz="1400">
                <a:latin typeface="Calibri" charset="0"/>
                <a:ea typeface="Calibri" charset="0"/>
                <a:cs typeface="Calibri" charset="0"/>
              </a:defRPr>
            </a:lvl3pPr>
            <a:lvl4pPr>
              <a:defRPr sz="1200">
                <a:latin typeface="Calibri" charset="0"/>
                <a:ea typeface="Calibri" charset="0"/>
                <a:cs typeface="Calibri" charset="0"/>
              </a:defRPr>
            </a:lvl4pPr>
            <a:lvl5pPr>
              <a:defRPr sz="11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6323" y="2468429"/>
            <a:ext cx="3863340" cy="4056548"/>
          </a:xfrm>
          <a:solidFill>
            <a:schemeClr val="bg1"/>
          </a:solidFill>
        </p:spPr>
        <p:txBody>
          <a:bodyPr/>
          <a:lstStyle>
            <a:lvl1pPr>
              <a:defRPr sz="1800">
                <a:latin typeface="Calibri" charset="0"/>
                <a:ea typeface="Calibri" charset="0"/>
                <a:cs typeface="Calibri" charset="0"/>
              </a:defRPr>
            </a:lvl1pPr>
            <a:lvl2pPr>
              <a:defRPr sz="1600">
                <a:latin typeface="Calibri" charset="0"/>
                <a:ea typeface="Calibri" charset="0"/>
                <a:cs typeface="Calibri" charset="0"/>
              </a:defRPr>
            </a:lvl2pPr>
            <a:lvl3pPr>
              <a:defRPr sz="1400">
                <a:latin typeface="Calibri" charset="0"/>
                <a:ea typeface="Calibri" charset="0"/>
                <a:cs typeface="Calibri" charset="0"/>
              </a:defRPr>
            </a:lvl3pPr>
            <a:lvl4pPr>
              <a:defRPr sz="1200">
                <a:latin typeface="Calibri" charset="0"/>
                <a:ea typeface="Calibri" charset="0"/>
                <a:cs typeface="Calibri" charset="0"/>
              </a:defRPr>
            </a:lvl4pPr>
            <a:lvl5pPr>
              <a:defRPr sz="11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6028267" y="134112"/>
            <a:ext cx="3713141" cy="2123666"/>
          </a:xfrm>
          <a:prstGeom prst="rect">
            <a:avLst/>
          </a:prstGeom>
          <a:pattFill prst="pct90">
            <a:fgClr>
              <a:schemeClr val="accent2">
                <a:lumMod val="20000"/>
                <a:lumOff val="8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50800" cmpd="thickThin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8105422" y="310895"/>
            <a:ext cx="1415345" cy="544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[Video here]</a:t>
            </a:r>
          </a:p>
          <a:p>
            <a:r>
              <a:rPr lang="de-DE" dirty="0"/>
              <a:t>© </a:t>
            </a:r>
            <a:r>
              <a:rPr lang="de-DE" dirty="0" err="1"/>
              <a:t>mz</a:t>
            </a:r>
            <a:endParaRPr lang="en-US" dirty="0"/>
          </a:p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pattFill prst="pct90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028267" y="134112"/>
            <a:ext cx="3713141" cy="2123666"/>
          </a:xfrm>
          <a:prstGeom prst="rect">
            <a:avLst/>
          </a:prstGeom>
          <a:pattFill prst="pct90">
            <a:fgClr>
              <a:schemeClr val="accent2">
                <a:lumMod val="20000"/>
                <a:lumOff val="8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50800" cmpd="thickThin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5" y="585216"/>
            <a:ext cx="4975521" cy="1499616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105422" y="310895"/>
            <a:ext cx="1415345" cy="5448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[Video here]</a:t>
            </a:r>
          </a:p>
          <a:p>
            <a:r>
              <a:rPr lang="de-DE" dirty="0"/>
              <a:t>© </a:t>
            </a:r>
            <a:r>
              <a:rPr lang="de-DE" dirty="0" err="1"/>
              <a:t>mz</a:t>
            </a:r>
            <a:endParaRPr lang="en-US" dirty="0"/>
          </a:p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pattFill prst="pct90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791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50" y="1037691"/>
            <a:ext cx="9473609" cy="54534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87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2" r:id="rId3"/>
    <p:sldLayoutId id="2147483866" r:id="rId4"/>
    <p:sldLayoutId id="2147483865" r:id="rId5"/>
  </p:sldLayoutIdLst>
  <p:txStyles>
    <p:titleStyle>
      <a:lvl1pPr marL="0" indent="360363" algn="l" defTabSz="742950" rtl="0" eaLnBrk="1" latinLnBrk="0" hangingPunct="1">
        <a:lnSpc>
          <a:spcPct val="80000"/>
        </a:lnSpc>
        <a:spcBef>
          <a:spcPct val="0"/>
        </a:spcBef>
        <a:buNone/>
        <a:defRPr sz="3600" b="1" kern="1200" cap="all" spc="81" baseline="0">
          <a:solidFill>
            <a:schemeClr val="bg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74295" indent="-74295" algn="l" defTabSz="742950" rtl="0" eaLnBrk="1" latinLnBrk="0" hangingPunct="1">
        <a:lnSpc>
          <a:spcPct val="90000"/>
        </a:lnSpc>
        <a:spcBef>
          <a:spcPts val="975"/>
        </a:spcBef>
        <a:spcAft>
          <a:spcPts val="163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  <a:lvl2pPr marL="215456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364046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482918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631508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742950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861822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988124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1106996" indent="-111443" algn="l" defTabSz="742950" rtl="0" eaLnBrk="1" latinLnBrk="0" hangingPunct="1">
        <a:lnSpc>
          <a:spcPct val="90000"/>
        </a:lnSpc>
        <a:spcBef>
          <a:spcPts val="163"/>
        </a:spcBef>
        <a:spcAft>
          <a:spcPts val="325"/>
        </a:spcAft>
        <a:buClr>
          <a:schemeClr val="accent1"/>
        </a:buClr>
        <a:buFont typeface="Wingdings 3" pitchFamily="18" charset="2"/>
        <a:buChar char=""/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Steuerpolitik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Simon Loretz (WIFO)</a:t>
            </a:r>
          </a:p>
          <a:p>
            <a:r>
              <a:rPr lang="de-AT" dirty="0"/>
              <a:t>Hannes Winner (PLUS)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8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587A2-D5E4-52ED-7494-A3708A6D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2ABA-5F59-AB3F-09D1-06CD6951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38310" cy="812069"/>
          </a:xfrm>
        </p:spPr>
        <p:txBody>
          <a:bodyPr anchor="ctr">
            <a:normAutofit/>
          </a:bodyPr>
          <a:lstStyle/>
          <a:p>
            <a:r>
              <a:rPr lang="de-AT" dirty="0"/>
              <a:t>Zitat</a:t>
            </a:r>
            <a:endParaRPr lang="en-GB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8612831-60FA-3229-7C55-4B107CB09916}"/>
              </a:ext>
            </a:extLst>
          </p:cNvPr>
          <p:cNvSpPr/>
          <p:nvPr/>
        </p:nvSpPr>
        <p:spPr>
          <a:xfrm>
            <a:off x="759371" y="1397876"/>
            <a:ext cx="8387255" cy="467710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general, how do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firms choose the price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 their products?</a:t>
            </a:r>
            <a:endParaRPr kumimoji="0" lang="de-AT" sz="18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8ED05801-1DA8-CC31-CF4F-C728D4E9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076" y="1650124"/>
            <a:ext cx="7819695" cy="40780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4000" kern="1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ctr"/>
            <a:r>
              <a:rPr lang="en-US" sz="2800" b="1" dirty="0"/>
              <a:t>I like to pay taxes. </a:t>
            </a:r>
            <a:r>
              <a:rPr lang="de-AT" sz="2800" b="1" dirty="0"/>
              <a:t>With </a:t>
            </a:r>
            <a:r>
              <a:rPr lang="de-AT" sz="2800" b="1" dirty="0" err="1"/>
              <a:t>them</a:t>
            </a:r>
            <a:r>
              <a:rPr lang="de-AT" sz="2800" b="1" dirty="0"/>
              <a:t>, I </a:t>
            </a:r>
            <a:r>
              <a:rPr lang="de-AT" sz="2800" b="1" dirty="0" err="1"/>
              <a:t>buy</a:t>
            </a:r>
            <a:r>
              <a:rPr lang="de-AT" sz="2800" b="1" dirty="0"/>
              <a:t> </a:t>
            </a:r>
            <a:r>
              <a:rPr lang="de-AT" sz="2800" b="1" dirty="0" err="1"/>
              <a:t>civilization</a:t>
            </a:r>
            <a:r>
              <a:rPr lang="de-AT" sz="2800" b="1" dirty="0"/>
              <a:t>.</a:t>
            </a:r>
          </a:p>
          <a:p>
            <a:pPr algn="ctr"/>
            <a:r>
              <a:rPr lang="de-AT" dirty="0"/>
              <a:t>Oliver Wendell Holmes Jr. (1841–1935) </a:t>
            </a:r>
            <a:endParaRPr lang="de-AT" sz="40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179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D87D-3491-5441-DEAF-3C0B7883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626F-6B39-558B-79B2-07D593A7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Bedeutung von Steuern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B12D-D983-6363-E380-638D8FD3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de-AT" sz="2400" dirty="0"/>
              <a:t>Finanzierung staatlicher Aufgaben </a:t>
            </a:r>
          </a:p>
          <a:p>
            <a:pPr lvl="1"/>
            <a:r>
              <a:rPr lang="de-AT" sz="2400" dirty="0"/>
              <a:t>Gerechtigkeit</a:t>
            </a:r>
          </a:p>
          <a:p>
            <a:pPr lvl="1"/>
            <a:r>
              <a:rPr lang="de-AT" sz="2400" dirty="0"/>
              <a:t>Solidarität</a:t>
            </a:r>
          </a:p>
          <a:p>
            <a:pPr lvl="1"/>
            <a:r>
              <a:rPr lang="de-AT" sz="2400" dirty="0"/>
              <a:t>Soziale Verantwortung</a:t>
            </a:r>
          </a:p>
          <a:p>
            <a:pPr lvl="1"/>
            <a:r>
              <a:rPr lang="de-AT" sz="2400" dirty="0"/>
              <a:t>Funktionieren eines demokratischen Gemeinwesens</a:t>
            </a:r>
          </a:p>
          <a:p>
            <a:pPr lvl="1"/>
            <a:r>
              <a:rPr lang="de-AT" sz="2400" dirty="0"/>
              <a:t>Steuern beeinflussen die Investitions- und Beschäftigungsdynamik und Wachstumspotenzial </a:t>
            </a:r>
          </a:p>
          <a:p>
            <a:pPr lvl="1"/>
            <a:r>
              <a:rPr lang="de-AT" sz="2400" dirty="0"/>
              <a:t>Zentraler Hebel zur Sicherung von Wettbewerbsfähigkeit und Wohlstand</a:t>
            </a:r>
          </a:p>
          <a:p>
            <a:pPr lvl="1"/>
            <a:r>
              <a:rPr lang="de-AT" sz="2400" dirty="0"/>
              <a:t>Spannungsverhältnis zwischen verteilungs- und effizienzorientierten Zielen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9134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FABA-B235-D77B-A1DC-B5365725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5098-DF52-7853-E681-F2B70548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Historische</a:t>
            </a:r>
            <a:r>
              <a:rPr lang="en-GB" dirty="0"/>
              <a:t> </a:t>
            </a:r>
            <a:r>
              <a:rPr lang="en-GB" dirty="0" err="1"/>
              <a:t>Entwicklung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F9CD-3E2C-3E91-243C-1F428EB2D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de-AT" sz="2400" dirty="0"/>
              <a:t>1945 reichsdeutschen Steuergesetze werden weitgehend übernommen </a:t>
            </a:r>
          </a:p>
          <a:p>
            <a:pPr lvl="1"/>
            <a:r>
              <a:rPr lang="de-DE" sz="2400" dirty="0"/>
              <a:t>Nachkriegszeit Verbrauchsteuern im Vordergrund </a:t>
            </a:r>
          </a:p>
          <a:p>
            <a:pPr lvl="1"/>
            <a:r>
              <a:rPr lang="de-DE" sz="2400" dirty="0"/>
              <a:t>Verlagerung auf die Finanzierung des Wohlfahrtsstaates: wachsenden Bedeutung der Einkommensteuer und vor allem der SV-Beiträge</a:t>
            </a:r>
            <a:endParaRPr lang="de-AT" sz="2400" dirty="0"/>
          </a:p>
          <a:p>
            <a:pPr lvl="1"/>
            <a:r>
              <a:rPr lang="de-DE" sz="2400" dirty="0"/>
              <a:t>Kontinuität und inkrementelle Änderungen. </a:t>
            </a:r>
          </a:p>
          <a:p>
            <a:pPr lvl="1"/>
            <a:r>
              <a:rPr lang="de-DE" sz="2400" dirty="0"/>
              <a:t>1972 Einführung Mehrwertsteuer</a:t>
            </a:r>
          </a:p>
          <a:p>
            <a:pPr lvl="1"/>
            <a:r>
              <a:rPr lang="de-DE" sz="2400" dirty="0"/>
              <a:t>1973 Umstellung von der Haushalts- auf die Individualbesteuerung </a:t>
            </a:r>
          </a:p>
          <a:p>
            <a:pPr lvl="1"/>
            <a:r>
              <a:rPr lang="de-DE" sz="2400" dirty="0"/>
              <a:t>1988 Einkommensteuerreform: Bemessungsgrundlage verbreitert, Steuersätze gesenkt, Zahl der Tarifstufen verringert</a:t>
            </a:r>
          </a:p>
          <a:p>
            <a:pPr lvl="1"/>
            <a:r>
              <a:rPr lang="de-DE" sz="2400" dirty="0"/>
              <a:t>1990er Kapital-, Vermögens- und Unternehmenssteuerreform</a:t>
            </a:r>
          </a:p>
          <a:p>
            <a:pPr lvl="1"/>
            <a:r>
              <a:rPr lang="de-DE" sz="2400" dirty="0"/>
              <a:t>2000er Anpassungen der Einkommen- und Körperschaftsteuer</a:t>
            </a:r>
          </a:p>
          <a:p>
            <a:pPr lvl="1"/>
            <a:r>
              <a:rPr lang="de-DE" sz="2400" dirty="0"/>
              <a:t>2022 Ökologisierung des Steuersystems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688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19B2-1334-B685-B2F1-19AFA835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24D7-19A1-68B2-06A1-771446FF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Aktuell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CAEE2-283E-657F-B3A6-F8664AC48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de-DE" sz="2400" dirty="0"/>
              <a:t>Abgabenquote von fast 43%: Österreich ist ein Hochsteuerland </a:t>
            </a:r>
          </a:p>
          <a:p>
            <a:pPr lvl="1"/>
            <a:r>
              <a:rPr lang="de-DE" sz="2400" dirty="0"/>
              <a:t>Steuerquote (ohne SV Beiträge) knapp 29%. </a:t>
            </a:r>
          </a:p>
          <a:p>
            <a:pPr lvl="1"/>
            <a:r>
              <a:rPr lang="de-AT" sz="2400" dirty="0"/>
              <a:t>Etwas mehr als ein Viertel des gesamten Abgabenaufkommens auf Konsumsteuern</a:t>
            </a:r>
          </a:p>
          <a:p>
            <a:pPr lvl="1"/>
            <a:r>
              <a:rPr lang="de-AT" sz="2400" dirty="0"/>
              <a:t>Etwa ein Drittel auf SV-Beiträge (ohne Steuern auf die Lohnsumme)</a:t>
            </a:r>
          </a:p>
          <a:p>
            <a:pPr lvl="1"/>
            <a:r>
              <a:rPr lang="de-AT" sz="2400" dirty="0"/>
              <a:t>Nicht ganz ein weiteres Drittel auf Einkommen- und Unternehmenssteuern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868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827D-90F1-2E5E-175B-797F3C86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FEC26-44C6-702D-ABBA-E04345899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DE" dirty="0"/>
              <a:t>Steuerstruktur im int. Vergleich</a:t>
            </a:r>
            <a:endParaRPr lang="de-AT" dirty="0"/>
          </a:p>
        </p:txBody>
      </p:sp>
      <p:pic>
        <p:nvPicPr>
          <p:cNvPr id="4" name="Grafik 3" descr="Ein Bild, das Entwurf, Diagramm, Kreis, Zeichnung enthält.&#10;&#10;KI-generierte Inhalte können fehlerhaft sein.">
            <a:extLst>
              <a:ext uri="{FF2B5EF4-FFF2-40B4-BE49-F238E27FC236}">
                <a16:creationId xmlns:a16="http://schemas.microsoft.com/office/drawing/2014/main" id="{AE0A0276-8E65-0334-DDEA-0C5057AC4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04" y="1027417"/>
            <a:ext cx="6886061" cy="5508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141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A7E6-8866-85BB-5C49-B0F6A5D2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AFD023-EB54-9236-79F6-78904AE0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AT" dirty="0"/>
              <a:t>Steuern auf Arbeitseinkommen</a:t>
            </a:r>
          </a:p>
        </p:txBody>
      </p:sp>
      <p:pic>
        <p:nvPicPr>
          <p:cNvPr id="4" name="Grafik 3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8D3AE82-8939-D991-3E83-7A632F29FA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99" y="1406374"/>
            <a:ext cx="9501871" cy="47509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05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3849-93EC-05DB-3BC6-EA0036FA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36EDEA-EDAD-225B-D76F-AEACD2CF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AT" dirty="0"/>
              <a:t>Lohnsteuer</a:t>
            </a:r>
          </a:p>
        </p:txBody>
      </p:sp>
      <p:pic>
        <p:nvPicPr>
          <p:cNvPr id="5" name="Grafik 4" descr="Ein Bild, das Text, Diagramm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E0CB3388-6AA5-E560-EAE1-5FECD4D0DE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99" y="1406374"/>
            <a:ext cx="9501871" cy="47509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508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CBED5-9E70-D136-C487-F513BF08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131B2-703C-0B98-B7BF-E56352D7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"/>
            <a:ext cx="9323394" cy="812069"/>
          </a:xfrm>
        </p:spPr>
        <p:txBody>
          <a:bodyPr anchor="ctr">
            <a:normAutofit/>
          </a:bodyPr>
          <a:lstStyle/>
          <a:p>
            <a:r>
              <a:rPr lang="de-AT" dirty="0"/>
              <a:t>Körperschaftssteuer</a:t>
            </a:r>
          </a:p>
        </p:txBody>
      </p:sp>
      <p:pic>
        <p:nvPicPr>
          <p:cNvPr id="4" name="Grafik 3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2A976FE-2C30-B29E-B347-D43913E844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666" y="1027417"/>
            <a:ext cx="7345136" cy="5508850"/>
          </a:xfrm>
          <a:prstGeom prst="rect">
            <a:avLst/>
          </a:prstGeom>
          <a:noFill/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C83001E-F73B-8B78-3582-F27237997D67}"/>
              </a:ext>
            </a:extLst>
          </p:cNvPr>
          <p:cNvSpPr txBox="1"/>
          <p:nvPr/>
        </p:nvSpPr>
        <p:spPr>
          <a:xfrm>
            <a:off x="2749849" y="4397829"/>
            <a:ext cx="563551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Steuersatz 23%</a:t>
            </a:r>
          </a:p>
          <a:p>
            <a:pPr algn="r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Nullsteuerfälle 40%</a:t>
            </a:r>
          </a:p>
          <a:p>
            <a:pPr algn="r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Steueraufkommen 13,7 </a:t>
            </a:r>
            <a:r>
              <a:rPr lang="de-D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Mrd</a:t>
            </a: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€</a:t>
            </a:r>
          </a:p>
          <a:p>
            <a:pPr algn="r"/>
            <a:r>
              <a:rPr lang="de-D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KÖSt</a:t>
            </a: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DE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Gesamtssteueraufkommen</a:t>
            </a:r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7%</a:t>
            </a:r>
          </a:p>
          <a:p>
            <a:pPr algn="r"/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0,3% der Unternehmen 40% des Steueraufkommens</a:t>
            </a:r>
          </a:p>
        </p:txBody>
      </p:sp>
    </p:spTree>
    <p:extLst>
      <p:ext uri="{BB962C8B-B14F-4D97-AF65-F5344CB8AC3E}">
        <p14:creationId xmlns:p14="http://schemas.microsoft.com/office/powerpoint/2010/main" val="154612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D30B-5E35-26B6-811B-92AD9705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EECD-6A39-0BA8-0F88-7DD482F9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Vermögensbezogene</a:t>
            </a:r>
            <a:r>
              <a:rPr lang="en-GB" dirty="0"/>
              <a:t> </a:t>
            </a:r>
            <a:r>
              <a:rPr lang="en-GB" dirty="0" err="1"/>
              <a:t>Steuern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BC251-C27A-2A2B-295C-7884577D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/>
              <a:t>Substanzsteuern: 2,6 </a:t>
            </a:r>
            <a:r>
              <a:rPr lang="de-AT" dirty="0" err="1"/>
              <a:t>Mrd</a:t>
            </a:r>
            <a:r>
              <a:rPr lang="de-AT" dirty="0"/>
              <a:t> € (2,1% des Steueraufkommens)</a:t>
            </a:r>
            <a:endParaRPr lang="en-US" dirty="0"/>
          </a:p>
          <a:p>
            <a:pPr lvl="1"/>
            <a:r>
              <a:rPr lang="de-AT" dirty="0"/>
              <a:t>Grunderwerbsteuer (ca. 1,7 Mrd. Euro)</a:t>
            </a:r>
          </a:p>
          <a:p>
            <a:pPr lvl="1"/>
            <a:r>
              <a:rPr lang="de-AT" dirty="0"/>
              <a:t>Grundsteuer (750 Mio. Euro) basiert auf „Einheitswerten“</a:t>
            </a:r>
          </a:p>
          <a:p>
            <a:pPr lvl="1"/>
            <a:r>
              <a:rPr lang="de-DE" dirty="0"/>
              <a:t>Vermögensteuer: 1993 abgeschafft (Verfassungsrang)</a:t>
            </a:r>
          </a:p>
          <a:p>
            <a:pPr lvl="1"/>
            <a:r>
              <a:rPr lang="de-DE" dirty="0"/>
              <a:t>Erbschaft- und Schenkungsteuer: 2007 vom VfGH aufgehoben, nach wie vor ausgesetzt</a:t>
            </a:r>
            <a:endParaRPr lang="de-AT" dirty="0"/>
          </a:p>
          <a:p>
            <a:pPr marL="103188" lvl="1" indent="0">
              <a:buNone/>
            </a:pPr>
            <a:r>
              <a:rPr lang="de-AT" sz="2400" dirty="0"/>
              <a:t>Ertragsteuern. 5,5 </a:t>
            </a:r>
            <a:r>
              <a:rPr lang="de-AT" sz="2400" dirty="0" err="1"/>
              <a:t>Mrd</a:t>
            </a:r>
            <a:r>
              <a:rPr lang="de-AT" sz="2400" dirty="0"/>
              <a:t> € (2,5% des Steueraufkommens)</a:t>
            </a:r>
          </a:p>
          <a:p>
            <a:pPr lvl="1"/>
            <a:r>
              <a:rPr lang="de-AT" dirty="0"/>
              <a:t>Zinsen von Spareinlagen (KESt II): 25%</a:t>
            </a:r>
          </a:p>
          <a:p>
            <a:pPr lvl="1"/>
            <a:r>
              <a:rPr lang="de-AT" dirty="0"/>
              <a:t>Dividenden (KESt I): 27,5%</a:t>
            </a:r>
          </a:p>
          <a:p>
            <a:pPr marL="103188" lvl="1" indent="0">
              <a:buNone/>
            </a:pPr>
            <a:r>
              <a:rPr lang="de-AT" sz="2400" dirty="0"/>
              <a:t>Ökonomische Effekte von vermögensbezogenen Steuern</a:t>
            </a:r>
          </a:p>
          <a:p>
            <a:pPr lvl="1"/>
            <a:r>
              <a:rPr lang="en-US" dirty="0" err="1"/>
              <a:t>Verteilungsgerechtigkeit</a:t>
            </a:r>
            <a:r>
              <a:rPr lang="en-US" dirty="0"/>
              <a:t> (</a:t>
            </a:r>
            <a:r>
              <a:rPr lang="en-US" dirty="0" err="1"/>
              <a:t>Vermögenssteuer</a:t>
            </a:r>
            <a:r>
              <a:rPr lang="en-US" dirty="0"/>
              <a:t>) und </a:t>
            </a:r>
            <a:r>
              <a:rPr lang="en-US" dirty="0" err="1"/>
              <a:t>Chancengleichheit</a:t>
            </a:r>
            <a:r>
              <a:rPr lang="en-US" dirty="0"/>
              <a:t> (</a:t>
            </a:r>
            <a:r>
              <a:rPr lang="en-US" dirty="0" err="1"/>
              <a:t>Erbschaftssteuer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Gefahr</a:t>
            </a:r>
            <a:r>
              <a:rPr lang="en-US" dirty="0"/>
              <a:t> der </a:t>
            </a:r>
            <a:r>
              <a:rPr lang="en-US" dirty="0" err="1"/>
              <a:t>Kapitalflucht</a:t>
            </a:r>
            <a:r>
              <a:rPr lang="en-US" dirty="0"/>
              <a:t> (</a:t>
            </a:r>
            <a:r>
              <a:rPr lang="en-US" dirty="0" err="1"/>
              <a:t>innerstaatlich</a:t>
            </a:r>
            <a:r>
              <a:rPr lang="en-US" dirty="0"/>
              <a:t> ja, international </a:t>
            </a:r>
            <a:r>
              <a:rPr lang="en-US" dirty="0" err="1"/>
              <a:t>kaum</a:t>
            </a:r>
            <a:r>
              <a:rPr lang="en-US" dirty="0"/>
              <a:t> </a:t>
            </a:r>
            <a:r>
              <a:rPr lang="en-US" dirty="0" err="1"/>
              <a:t>Evidenz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Problem von </a:t>
            </a:r>
            <a:r>
              <a:rPr lang="en-US" dirty="0" err="1"/>
              <a:t>Freigrenzen</a:t>
            </a:r>
            <a:r>
              <a:rPr lang="en-US" dirty="0"/>
              <a:t>: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hoch</a:t>
            </a:r>
            <a:r>
              <a:rPr lang="en-US" dirty="0"/>
              <a:t>, </a:t>
            </a:r>
            <a:r>
              <a:rPr lang="en-US" dirty="0" err="1"/>
              <a:t>kaum</a:t>
            </a:r>
            <a:r>
              <a:rPr lang="en-US" dirty="0"/>
              <a:t> </a:t>
            </a:r>
            <a:r>
              <a:rPr lang="en-US" dirty="0" err="1"/>
              <a:t>Ergiebigkeit</a:t>
            </a:r>
            <a:r>
              <a:rPr lang="en-US" dirty="0"/>
              <a:t>;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gering</a:t>
            </a:r>
            <a:r>
              <a:rPr lang="en-US" dirty="0"/>
              <a:t> </a:t>
            </a:r>
            <a:r>
              <a:rPr lang="en-US" dirty="0" err="1"/>
              <a:t>Gefahr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zB</a:t>
            </a:r>
            <a:r>
              <a:rPr lang="en-US" dirty="0"/>
              <a:t> </a:t>
            </a:r>
            <a:r>
              <a:rPr lang="en-US"/>
              <a:t>Betriebsübergaben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Eigenheimen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4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390B-87EF-B6E2-68DA-7A504BE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E3F7-EDC7-04C8-66E7-EF39B74D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VerBrauchsSteuern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CF9C-1F03-9208-37E8-0F65FF55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Mehrwertsteuern: 39,2 </a:t>
            </a:r>
            <a:r>
              <a:rPr lang="de-AT" dirty="0" err="1"/>
              <a:t>Mrd</a:t>
            </a:r>
            <a:r>
              <a:rPr lang="de-AT" dirty="0"/>
              <a:t> € (8,1% des BIP)</a:t>
            </a:r>
            <a:endParaRPr lang="en-US" dirty="0"/>
          </a:p>
          <a:p>
            <a:pPr lvl="1"/>
            <a:r>
              <a:rPr lang="de-DE" dirty="0"/>
              <a:t>Normalsatz 20%</a:t>
            </a:r>
          </a:p>
          <a:p>
            <a:pPr lvl="1"/>
            <a:r>
              <a:rPr lang="de-AT" dirty="0"/>
              <a:t>Nahrungsmittel, Wohnungsmieten, Beherbergungsdienstleistungen, Gastronomie 10%</a:t>
            </a:r>
          </a:p>
          <a:p>
            <a:pPr lvl="1"/>
            <a:r>
              <a:rPr lang="de-AT" dirty="0"/>
              <a:t>Regressive Wirkung (niedrige Einkommensbezieher verwenden einen größeren Anteil ihres Einkommens für Konsum) teilweise kompensiert durch ermäßigten Satz</a:t>
            </a:r>
          </a:p>
          <a:p>
            <a:pPr lvl="1"/>
            <a:r>
              <a:rPr lang="de-AT" dirty="0"/>
              <a:t>2015 Anhebung Steuersatzes für Beherbergungsdienstleistungen</a:t>
            </a:r>
          </a:p>
          <a:p>
            <a:pPr lvl="1"/>
            <a:r>
              <a:rPr lang="de-AT" dirty="0"/>
              <a:t>2018 Reduktion des Steuersatzes für Beherbergungsdienstleistungen (Lobbying!)</a:t>
            </a:r>
          </a:p>
          <a:p>
            <a:pPr marL="103188" lvl="1" indent="0">
              <a:buNone/>
            </a:pPr>
            <a:r>
              <a:rPr lang="de-AT" sz="2400" dirty="0"/>
              <a:t>Tabaksteuern, Alkoholsteuern, Mineralölsteuern; Zucker-, Salz-, Fettsteuern</a:t>
            </a:r>
          </a:p>
          <a:p>
            <a:pPr marL="103188" lvl="1" indent="0">
              <a:buNone/>
            </a:pPr>
            <a:r>
              <a:rPr lang="de-AT" sz="2400" dirty="0"/>
              <a:t>Ökonomische Effekte von Verbrauchssteuern</a:t>
            </a:r>
          </a:p>
          <a:p>
            <a:pPr lvl="1"/>
            <a:r>
              <a:rPr lang="de-AT" dirty="0"/>
              <a:t>Senkung der Mehrwertsteuer: rasch umsetzbare, fiskalisch kostspielige Maßnahme</a:t>
            </a:r>
          </a:p>
          <a:p>
            <a:pPr lvl="1"/>
            <a:r>
              <a:rPr lang="de-AT" dirty="0" err="1"/>
              <a:t>zB</a:t>
            </a:r>
            <a:r>
              <a:rPr lang="de-AT" dirty="0"/>
              <a:t> Pandemie, Energiekrise, Inflation</a:t>
            </a:r>
          </a:p>
          <a:p>
            <a:pPr lvl="1"/>
            <a:r>
              <a:rPr lang="de-AT" dirty="0"/>
              <a:t>Steuererhöhungen werden stärker in Preise weitergegeben als Steuersenkungen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7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Ausblick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CO2 </a:t>
            </a:r>
            <a:r>
              <a:rPr lang="en-US" sz="2400" dirty="0" err="1"/>
              <a:t>Abgaben</a:t>
            </a:r>
            <a:r>
              <a:rPr lang="en-US" sz="2400" dirty="0"/>
              <a:t> </a:t>
            </a:r>
            <a:r>
              <a:rPr lang="en-US" sz="2400" dirty="0" err="1"/>
              <a:t>seit</a:t>
            </a:r>
            <a:r>
              <a:rPr lang="en-US" sz="2400" dirty="0"/>
              <a:t> 2022, Ab 2027 </a:t>
            </a:r>
            <a:r>
              <a:rPr lang="de-AT" sz="2400" dirty="0"/>
              <a:t>europäischer Emissionshandel</a:t>
            </a:r>
          </a:p>
          <a:p>
            <a:pPr lvl="1"/>
            <a:r>
              <a:rPr lang="de-DE" sz="2400" dirty="0"/>
              <a:t>Finanz-Verfassungsgesetz (F-VG) regelt Abgaben-, Ertrags- und Verwaltungshoheit zwischen den Gebietskörperschaften (Föderalismus). Kompetenz-Kompetenz des Bundes. Kaum eigene Einnahmen der Länder und Gemeinden (8%). Rest Finanzausgleich. Daher kaum Steuerwettbewerb.</a:t>
            </a:r>
          </a:p>
          <a:p>
            <a:pPr lvl="1"/>
            <a:r>
              <a:rPr lang="de-DE" sz="2400" dirty="0"/>
              <a:t>Österreich ist ein Hochsteuerland. Der dauerhafte Konsolidierungsdruck der öffentlichen Haushalte begrenzt den Spielraum für steuerliche Entlastungen.</a:t>
            </a:r>
          </a:p>
          <a:p>
            <a:pPr lvl="1"/>
            <a:r>
              <a:rPr lang="de-DE" sz="2400" dirty="0"/>
              <a:t>Reformstau: Aufkommensneutrale Reformen, etwa eine stärkere Lastenverschiebung in Richtung vermögens- oder umweltbezogenen Abgaben sowie eine Reform des föderalen Steuerverbundes erzeugen Gewinner und Verlierer: Blockade </a:t>
            </a:r>
            <a:r>
              <a:rPr lang="de-DE" sz="2400"/>
              <a:t>von Reformen.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4133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Martin Zagler</a:t>
            </a:r>
          </a:p>
        </p:txBody>
      </p:sp>
    </p:spTree>
    <p:extLst>
      <p:ext uri="{BB962C8B-B14F-4D97-AF65-F5344CB8AC3E}">
        <p14:creationId xmlns:p14="http://schemas.microsoft.com/office/powerpoint/2010/main" val="294473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agler" id="{473D4577-068E-2945-9D16-5A4A3EBF9492}" vid="{7693B490-2BFF-F74E-844C-AE6B8469B8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zagler</Template>
  <TotalTime>0</TotalTime>
  <Words>559</Words>
  <Application>Microsoft Office PowerPoint</Application>
  <PresentationFormat>A4-Papier (210 x 297 mm)</PresentationFormat>
  <Paragraphs>77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Calibri</vt:lpstr>
      <vt:lpstr>Tw Cen MT</vt:lpstr>
      <vt:lpstr>Wingdings</vt:lpstr>
      <vt:lpstr>Wingdings 3</vt:lpstr>
      <vt:lpstr>Integral</vt:lpstr>
      <vt:lpstr>Steuerpolitik</vt:lpstr>
      <vt:lpstr>Zitat</vt:lpstr>
      <vt:lpstr>Bedeutung von Steuern </vt:lpstr>
      <vt:lpstr>Historische Entwicklung</vt:lpstr>
      <vt:lpstr>Aktuell</vt:lpstr>
      <vt:lpstr>Steuerstruktur im int. Vergleich</vt:lpstr>
      <vt:lpstr>Steuern auf Arbeitseinkommen</vt:lpstr>
      <vt:lpstr>Lohnsteuer</vt:lpstr>
      <vt:lpstr>Körperschaftssteuer</vt:lpstr>
      <vt:lpstr>Vermögensbezogene Steuern</vt:lpstr>
      <vt:lpstr>VerBrauchsSteuern</vt:lpstr>
      <vt:lpstr>Ausblick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Martin Zagler</cp:lastModifiedBy>
  <cp:revision>455</cp:revision>
  <cp:lastPrinted>2020-02-11T10:51:13Z</cp:lastPrinted>
  <dcterms:created xsi:type="dcterms:W3CDTF">2019-07-29T16:55:56Z</dcterms:created>
  <dcterms:modified xsi:type="dcterms:W3CDTF">2025-12-10T12:16:35Z</dcterms:modified>
</cp:coreProperties>
</file>